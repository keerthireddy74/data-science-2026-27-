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9/10/2026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509643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Greeshma Sai 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2420030550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Keerthi Reddy 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– 2420030774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Hasini Peddi – 2420030784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585422"/>
              </p:ext>
            </p:extLst>
          </p:nvPr>
        </p:nvGraphicFramePr>
        <p:xfrm>
          <a:off x="-689941" y="4314079"/>
          <a:ext cx="5902325" cy="19311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93119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6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838200" y="912977"/>
            <a:ext cx="106156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Digit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Reco</a:t>
            </a:r>
            <a:r>
              <a:rPr lang="en-I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gnition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348C65-0035-D403-2782-F8C5BD835A09}"/>
              </a:ext>
            </a:extLst>
          </p:cNvPr>
          <p:cNvSpPr txBox="1"/>
          <p:nvPr/>
        </p:nvSpPr>
        <p:spPr>
          <a:xfrm>
            <a:off x="947451" y="1806766"/>
            <a:ext cx="105100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Handwritten digits differ in </a:t>
            </a:r>
            <a:r>
              <a:rPr lang="en-IN" b="1" dirty="0"/>
              <a:t>shape, size, orientation, and writing style</a:t>
            </a:r>
            <a:r>
              <a:rPr lang="en-IN" dirty="0"/>
              <a:t>, making automatic recognition challenging.</a:t>
            </a:r>
            <a:br>
              <a:rPr lang="en-IN" dirty="0"/>
            </a:br>
            <a:r>
              <a:rPr lang="en-IN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These variations make it </a:t>
            </a:r>
            <a:r>
              <a:rPr lang="en-IN" b="1" dirty="0"/>
              <a:t>difficult for computers to recognize handwritten digits accurately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Manually identifying large numbers of handwritten digits can be </a:t>
            </a:r>
            <a:r>
              <a:rPr lang="en-IN" b="1" dirty="0"/>
              <a:t>time-consuming and error-prone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There is a need for a system that can </a:t>
            </a:r>
            <a:r>
              <a:rPr lang="en-IN" b="1" dirty="0"/>
              <a:t>automatically recognize and classify digits from 0 to 9</a:t>
            </a:r>
            <a:r>
              <a:rPr lang="en-IN" dirty="0"/>
              <a:t>.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This project uses the </a:t>
            </a:r>
            <a:r>
              <a:rPr lang="en-IN" b="1" dirty="0"/>
              <a:t>MNIST dataset</a:t>
            </a:r>
            <a:r>
              <a:rPr lang="en-IN" dirty="0"/>
              <a:t> to study different handwritten digit patterns.</a:t>
            </a:r>
          </a:p>
          <a:p>
            <a:endParaRPr lang="en-IN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KNN and SVM</a:t>
            </a:r>
            <a:r>
              <a:rPr lang="en-IN" dirty="0"/>
              <a:t> algorithms are applied to recognize the digits and compare their performance. The models are evaluated using </a:t>
            </a:r>
            <a:r>
              <a:rPr lang="en-IN" b="1" dirty="0"/>
              <a:t>accuracy, precision, recall, F1-score, and confusion matrix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22FA9-871B-1237-4819-E8CAE1B64E04}"/>
              </a:ext>
            </a:extLst>
          </p:cNvPr>
          <p:cNvSpPr txBox="1"/>
          <p:nvPr/>
        </p:nvSpPr>
        <p:spPr>
          <a:xfrm>
            <a:off x="859315" y="1487277"/>
            <a:ext cx="109397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develop a system that can </a:t>
            </a:r>
            <a:r>
              <a:rPr lang="en-IN" b="1" dirty="0"/>
              <a:t>automatically recognize handwritten digits from 0 to 9</a:t>
            </a:r>
            <a:r>
              <a:rPr lang="en-IN" dirty="0"/>
              <a:t>. 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use the </a:t>
            </a:r>
            <a:r>
              <a:rPr lang="en-IN" b="1" dirty="0"/>
              <a:t>MNIST dataset</a:t>
            </a:r>
            <a:r>
              <a:rPr lang="en-IN" dirty="0"/>
              <a:t> for training and testing the handwritten digit recognition models. 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</a:t>
            </a:r>
            <a:r>
              <a:rPr lang="en-IN" b="1" dirty="0"/>
              <a:t>preprocess and normalize</a:t>
            </a:r>
            <a:r>
              <a:rPr lang="en-IN" dirty="0"/>
              <a:t> the image data so that it can be effectively used by the machine learning models.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explore the dataset using </a:t>
            </a:r>
            <a:r>
              <a:rPr lang="en-IN" b="1" dirty="0"/>
              <a:t>basic data analysis and visualization</a:t>
            </a:r>
            <a:r>
              <a:rPr lang="en-IN" dirty="0"/>
              <a:t> techniques to understand digit patterns </a:t>
            </a:r>
            <a:r>
              <a:rPr lang="en-IN" dirty="0" err="1"/>
              <a:t>zand</a:t>
            </a:r>
            <a:r>
              <a:rPr lang="en-IN" dirty="0"/>
              <a:t> class distribution. 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implement </a:t>
            </a:r>
            <a:r>
              <a:rPr lang="en-IN" b="1" dirty="0"/>
              <a:t>K-Nearest </a:t>
            </a:r>
            <a:r>
              <a:rPr lang="en-IN" b="1" dirty="0" err="1"/>
              <a:t>Neighbors</a:t>
            </a:r>
            <a:r>
              <a:rPr lang="en-IN" b="1" dirty="0"/>
              <a:t> (KNN)</a:t>
            </a:r>
            <a:r>
              <a:rPr lang="en-IN" dirty="0"/>
              <a:t> and </a:t>
            </a:r>
            <a:r>
              <a:rPr lang="en-IN" b="1" dirty="0"/>
              <a:t>Support Vector Machine (SVM)</a:t>
            </a:r>
            <a:r>
              <a:rPr lang="en-IN" dirty="0"/>
              <a:t> for digit classification.</a:t>
            </a:r>
            <a:br>
              <a:rPr lang="en-IN" dirty="0"/>
            </a:b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</a:t>
            </a:r>
            <a:r>
              <a:rPr lang="en-IN" b="1" dirty="0"/>
              <a:t>compare the performance</a:t>
            </a:r>
            <a:r>
              <a:rPr lang="en-IN" dirty="0"/>
              <a:t> of KNN and SVM using suitable evaluation metrics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identify and understand </a:t>
            </a:r>
            <a:r>
              <a:rPr lang="en-IN" b="1" dirty="0"/>
              <a:t>classification errors between different digit classes</a:t>
            </a:r>
            <a:r>
              <a:rPr lang="en-IN" dirty="0"/>
              <a:t> using a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4050639"/>
              </p:ext>
            </p:extLst>
          </p:nvPr>
        </p:nvGraphicFramePr>
        <p:xfrm>
          <a:off x="274646" y="689466"/>
          <a:ext cx="11642705" cy="492943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Chunmei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Zhang et al. [1]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ResNet18-ThunderSVM: Hybrid Intelligence for Handwritten Digit Recognition by Fusing Deep Spatial Features and High-Performance Classification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ResNet18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used for automatic deep feature extraction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MNIST, EMNIST, USPS and Fashion-MNIST datasets are used for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feature extraction reduces the need for manual feature engineering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model shows better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generalization and robustness to noisy data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 can explore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pruning and lightweight </a:t>
                      </a:r>
                      <a:r>
                        <a:rPr lang="en-IN" sz="1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architectures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IN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with more challenging datasets 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Lei Guo &amp; Zihan Wang [2]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Task-fMRI-Derived Number-Related Functional Brain Topology Constrained Spiking Neural Networks for Handwritten Digit Recognition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Task-related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fMRI data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used to construct the network topology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 dataset is used for handwritten digit recognition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Task-</a:t>
                      </a:r>
                      <a:r>
                        <a:rPr lang="en-IN" sz="1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fMRISNN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achieved 97.27% accuracy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MNIST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the potential of brain-inspired computing for digit recognition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topology-to-network mapping strategy is currently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uses a relatively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handwritten digit dataset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Raghav Sethi &amp; Varda Pareek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Optical Handwritten Digit Recognition using Deep Learning Models on the MNIST Dataset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the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 dataset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handwritten digit recognition.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 is evaluated mainly using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accuracy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results show that deep learning models can achieve high accuracy for handwritten digit recognition.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 achieved 98.53% accuracy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focuses on the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 benchmark dataset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so performance on more complex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D65B2A-D347-2314-22DA-B123598A6D61}"/>
              </a:ext>
            </a:extLst>
          </p:cNvPr>
          <p:cNvSpPr txBox="1"/>
          <p:nvPr/>
        </p:nvSpPr>
        <p:spPr>
          <a:xfrm>
            <a:off x="826266" y="1652530"/>
            <a:ext cx="10620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03FF9D-FF59-429A-C05C-B5805AD2B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734228"/>
              </p:ext>
            </p:extLst>
          </p:nvPr>
        </p:nvGraphicFramePr>
        <p:xfrm>
          <a:off x="826266" y="1443210"/>
          <a:ext cx="10482274" cy="4750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41137">
                  <a:extLst>
                    <a:ext uri="{9D8B030D-6E8A-4147-A177-3AD203B41FA5}">
                      <a16:colId xmlns:a16="http://schemas.microsoft.com/office/drawing/2014/main" val="1984113201"/>
                    </a:ext>
                  </a:extLst>
                </a:gridCol>
                <a:gridCol w="5241137">
                  <a:extLst>
                    <a:ext uri="{9D8B030D-6E8A-4147-A177-3AD203B41FA5}">
                      <a16:colId xmlns:a16="http://schemas.microsoft.com/office/drawing/2014/main" val="4204317461"/>
                    </a:ext>
                  </a:extLst>
                </a:gridCol>
              </a:tblGrid>
              <a:tr h="39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Existing Systems / Research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Gap Identified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04678422"/>
                  </a:ext>
                </a:extLst>
              </a:tr>
              <a:tr h="989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Deep learning models such as VGG16, ResNet18 and Vision Transformer achieve high accuracy in handwritten digit recognition.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Their evaluation is mainly focused on the MNIST dataset and may not represent diverse real-world handwriting.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70028074"/>
                  </a:ext>
                </a:extLst>
              </a:tr>
              <a:tr h="989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Image preprocessing and normalization are used to improve handwritten digit recognition.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These techniques may not completely handle variations in handwriting style, size, shape and stroke thickness.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64824795"/>
                  </a:ext>
                </a:extLst>
              </a:tr>
              <a:tr h="69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SNN-based approaches explore brain-inspired handwritten digit recognition.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Existing approaches can rely on fixed architectures and require further validation on complex datasets.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257742435"/>
                  </a:ext>
                </a:extLst>
              </a:tr>
              <a:tr h="69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Most existing studies focus primarily on classification accuracy.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There is a need to consider accuracy, efficiency, robustness and generalization together.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460857613"/>
                  </a:ext>
                </a:extLst>
              </a:tr>
              <a:tr h="989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Existing research addresses different aspects of handwritten digit recognition.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 practical system combining these aspects for reliable real-world handwritten digit recognition is still needed.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40247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795750" y="341523"/>
            <a:ext cx="85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F4F20A-59B1-E77A-D646-F05DFF340BC0}"/>
              </a:ext>
            </a:extLst>
          </p:cNvPr>
          <p:cNvSpPr txBox="1"/>
          <p:nvPr/>
        </p:nvSpPr>
        <p:spPr>
          <a:xfrm>
            <a:off x="760164" y="1189901"/>
            <a:ext cx="1033382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🔹 </a:t>
            </a:r>
            <a:r>
              <a:rPr lang="en-IN" b="1" dirty="0"/>
              <a:t>Handwriting Variation Handling:</a:t>
            </a:r>
            <a:br>
              <a:rPr lang="en-IN" dirty="0"/>
            </a:br>
            <a:r>
              <a:rPr lang="en-IN" dirty="0"/>
              <a:t>The system is designed to recognize handwritten digits despite differences in writing style, size, shape, stroke thickness, and alignment.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🔹 </a:t>
            </a:r>
            <a:r>
              <a:rPr lang="en-IN" b="1" dirty="0"/>
              <a:t>Image Preprocessing Enhancement:</a:t>
            </a:r>
            <a:br>
              <a:rPr lang="en-IN" dirty="0"/>
            </a:br>
            <a:r>
              <a:rPr lang="en-IN" dirty="0"/>
              <a:t>Input handwritten images are </a:t>
            </a:r>
            <a:r>
              <a:rPr lang="en-IN" dirty="0" err="1"/>
              <a:t>preprocessed</a:t>
            </a:r>
            <a:r>
              <a:rPr lang="en-IN" dirty="0"/>
              <a:t> and normalized to reduce unnecessary variations and improve the quality of digit recognition.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🔹 </a:t>
            </a:r>
            <a:r>
              <a:rPr lang="en-IN" b="1" dirty="0"/>
              <a:t>Intelligent Digit Classification:</a:t>
            </a:r>
            <a:br>
              <a:rPr lang="en-IN" dirty="0"/>
            </a:br>
            <a:r>
              <a:rPr lang="en-IN" dirty="0"/>
              <a:t>Machine learning/deep learning techniques are used to automatically learn digit patterns and classify handwritten inputs with high accuracy.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🔹 </a:t>
            </a:r>
            <a:r>
              <a:rPr lang="en-IN" b="1" dirty="0"/>
              <a:t>Similar-Digit Error Reduction:</a:t>
            </a:r>
            <a:br>
              <a:rPr lang="en-IN" dirty="0"/>
            </a:br>
            <a:r>
              <a:rPr lang="en-IN" dirty="0"/>
              <a:t>The system focuses on improving recognition of visually similar digits such as 3 and 5 or 4 and 9, where misclassification is more likely to occur.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🔹 </a:t>
            </a:r>
            <a:r>
              <a:rPr lang="en-IN" b="1" dirty="0"/>
              <a:t>Real-World Application Potential:</a:t>
            </a:r>
            <a:br>
              <a:rPr lang="en-IN" dirty="0"/>
            </a:br>
            <a:r>
              <a:rPr lang="en-IN" dirty="0"/>
              <a:t>The proposed system can be extended beyond the MNIST dataset for applications such as document digitization, banking forms, postal services, and automated data entry.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4FBED1-386C-740B-96EB-C29AE702B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9" y="513984"/>
            <a:ext cx="10599151" cy="579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858</Words>
  <Application>Microsoft Office PowerPoint</Application>
  <PresentationFormat>Widescreen</PresentationFormat>
  <Paragraphs>111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Hasini Peddi</cp:lastModifiedBy>
  <cp:revision>33</cp:revision>
  <dcterms:created xsi:type="dcterms:W3CDTF">2026-08-08T06:33:56Z</dcterms:created>
  <dcterms:modified xsi:type="dcterms:W3CDTF">2026-09-10T05:45:49Z</dcterms:modified>
</cp:coreProperties>
</file>